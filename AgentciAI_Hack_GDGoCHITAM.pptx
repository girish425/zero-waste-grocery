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C3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052560" y="731520"/>
            <a:ext cx="2194560" cy="2194560"/>
          </a:xfrm>
          <a:prstGeom prst="ellipse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10241280" y="2011680"/>
            <a:ext cx="1188720" cy="1188720"/>
          </a:xfrm>
          <a:prstGeom prst="ellipse">
            <a:avLst/>
          </a:prstGeom>
          <a:solidFill>
            <a:srgbClr val="34A8B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8595360" y="3200400"/>
            <a:ext cx="914400" cy="914400"/>
          </a:xfrm>
          <a:prstGeom prst="ellipse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65836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EC6EB"/>
                </a:solidFill>
                <a:latin typeface="Arial"/>
                <a:ea typeface="Arial"/>
                <a:cs typeface="Arial"/>
                <a:sym typeface="Arial"/>
              </a:rPr>
              <a:t>GDGoC HITAM  •  AGENTIC AI HACKATHON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31520" y="1600200"/>
            <a:ext cx="77724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b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77240" y="342900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EC6EB"/>
                </a:solidFill>
                <a:latin typeface="Arial"/>
                <a:ea typeface="Arial"/>
                <a:cs typeface="Arial"/>
                <a:sym typeface="Arial"/>
              </a:rPr>
              <a:t>[Your Project Title]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77240" y="4251960"/>
            <a:ext cx="6949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[Team Name]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77240" y="5989320"/>
            <a:ext cx="80466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BEC8D7"/>
                </a:solidFill>
                <a:latin typeface="Arial"/>
                <a:ea typeface="Arial"/>
                <a:cs typeface="Arial"/>
                <a:sym typeface="Arial"/>
              </a:rPr>
              <a:t>Replace all text in [brackets] with your project details. &lt;REMOVE THIS </a:t>
            </a:r>
            <a:r>
              <a:rPr i="1" lang="en-US" sz="1000">
                <a:solidFill>
                  <a:srgbClr val="BEC8D7"/>
                </a:solidFill>
              </a:rPr>
              <a:t>BEFORE DOWNLOADING THE PRESENTATION&gt;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94360" y="292608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AGENTIC AI HACKATHON  |  GDGoC HITAM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02 / 07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21C30"/>
                </a:solidFill>
                <a:latin typeface="Arial"/>
                <a:ea typeface="Arial"/>
                <a:cs typeface="Arial"/>
                <a:sym typeface="Arial"/>
              </a:rPr>
              <a:t>Team Details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0E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GDGoC HITAM  •  Agentic AI Hackathon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640080" y="1508760"/>
            <a:ext cx="5303520" cy="100584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A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164575" spcFirstLastPara="1" rIns="164575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[Enter your registered team name]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217920" y="1508760"/>
            <a:ext cx="5303520" cy="100584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A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164575" spcFirstLastPara="1" rIns="164575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Team Leader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[Full name • Email • Contact]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55188" y="2810100"/>
            <a:ext cx="10881300" cy="16950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A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164575" spcFirstLastPara="1" rIns="164575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6E7D"/>
                </a:solidFill>
              </a:rPr>
              <a:t>[Full name • Email • Contact]</a:t>
            </a:r>
            <a:br>
              <a:rPr lang="en-US">
                <a:solidFill>
                  <a:schemeClr val="dk1"/>
                </a:solidFill>
              </a:rPr>
            </a:br>
            <a:r>
              <a:rPr lang="en-US" sz="1100">
                <a:solidFill>
                  <a:srgbClr val="646E7D"/>
                </a:solidFill>
              </a:rPr>
              <a:t>[Full name • Email • Contact]</a:t>
            </a:r>
            <a:br>
              <a:rPr lang="en-US">
                <a:solidFill>
                  <a:schemeClr val="dk1"/>
                </a:solidFill>
              </a:rPr>
            </a:br>
            <a:r>
              <a:rPr lang="en-US" sz="1100">
                <a:solidFill>
                  <a:srgbClr val="646E7D"/>
                </a:solidFill>
              </a:rPr>
              <a:t>[Full name • Email • Contact]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40080" y="4800600"/>
            <a:ext cx="5303520" cy="914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A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164575" spcFirstLastPara="1" rIns="164575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College </a:t>
            </a:r>
            <a:r>
              <a:rPr b="1" lang="en-US" sz="1500">
                <a:solidFill>
                  <a:srgbClr val="4285F4"/>
                </a:solidFill>
              </a:rPr>
              <a:t>Name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[Enter institution name]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217920" y="4800600"/>
            <a:ext cx="5303520" cy="914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A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164575" spcFirstLastPara="1" rIns="164575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Team Contact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1100">
                <a:solidFill>
                  <a:srgbClr val="646E7D"/>
                </a:solidFill>
              </a:rPr>
              <a:t>Mention only one contact number which can be used for any issues</a:t>
            </a:r>
            <a:r>
              <a:rPr b="0" i="0" lang="en-US" sz="11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94360" y="292608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AGENTIC AI HACKATHON  |  GDGoC HITAM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03 / 07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21C3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0E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GDGoC HITAM  •  Agentic AI Hackathon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640068" y="1338235"/>
            <a:ext cx="10881300" cy="914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A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164575" spcFirstLastPara="1" rIns="164575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Selected Problem Statement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[Copy the selected problem statement </a:t>
            </a:r>
            <a:r>
              <a:rPr lang="en-US" sz="1100">
                <a:solidFill>
                  <a:srgbClr val="646E7D"/>
                </a:solidFill>
              </a:rPr>
              <a:t>f</a:t>
            </a:r>
            <a:r>
              <a:rPr b="0" i="0" lang="en-US" sz="11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rom the provided PDF]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640075" y="2527000"/>
            <a:ext cx="10881300" cy="36537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A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1425" lIns="164575" spcFirstLastPara="1" rIns="164575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285F4"/>
                </a:solidFill>
              </a:rPr>
              <a:t>Your Understanding about the Problem Statement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[Who benefits from your solution, and what should improve?</a:t>
            </a:r>
            <a:r>
              <a:rPr lang="en-US" sz="1100">
                <a:solidFill>
                  <a:srgbClr val="646E7D"/>
                </a:solidFill>
              </a:rPr>
              <a:t> | Why is this problem difficult or important? | What problem are you solving? Who faces it?</a:t>
            </a:r>
            <a:r>
              <a:rPr b="0" i="0" lang="en-US" sz="11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594360" y="292608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AGENTIC AI HACKATHON  |  GDGoC HITAM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04 / 07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21C30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0E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GDGoC HITAM  •  Agentic AI Hackathon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640080" y="1508760"/>
            <a:ext cx="10881360" cy="914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A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164575" spcFirstLastPara="1" rIns="164575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Solution Overview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[Explain your idea in 2–4 concise sentences]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640080" y="2651760"/>
            <a:ext cx="5257800" cy="141732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A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1425" lIns="164575" spcFirstLastPara="1" rIns="164575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[List the most important features and what they do]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6080760" y="2651760"/>
            <a:ext cx="5440680" cy="141732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A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1425" lIns="164575" spcFirstLastPara="1" rIns="164575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Where Agentic AI Fits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[Describe the agents, tools, decisions, or tasks automated]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640080" y="4343400"/>
            <a:ext cx="10881360" cy="132588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A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1425" lIns="164575" spcFirstLastPara="1" rIns="164575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Workflow / User Journey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[How does a user interact with your solution from start to finish?]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94360" y="292608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AGENTIC AI HACKATHON  |  GDGoC HITAM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05 / 07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21C30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0E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GDGoC HITAM  •  Agentic AI Hackathon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85800" y="1353312"/>
            <a:ext cx="10698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Add your architecture diagram below.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685795" y="4885275"/>
            <a:ext cx="5166300" cy="13260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A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1425" lIns="164575" spcFirstLastPara="1" rIns="164575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[Languages, frameworks, models, APIs, database]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6200580" y="4885338"/>
            <a:ext cx="5257800" cy="13260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A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1425" lIns="164575" spcFirstLastPara="1" rIns="164575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Agent Flow &amp; Guardrails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[Inputs → planning → tools → validation → output]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594360" y="292608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AGENTIC AI HACKATHON  |  GDGoC HITAM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06 / 07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21C30"/>
                </a:solidFill>
                <a:latin typeface="Arial"/>
                <a:ea typeface="Arial"/>
                <a:cs typeface="Arial"/>
                <a:sym typeface="Arial"/>
              </a:rPr>
              <a:t>Prototype Screenshots &amp; Project Links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0E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GDGoC HITAM  •  Agentic AI Hackathon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85800" y="1353312"/>
            <a:ext cx="10698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6E7D"/>
                </a:solidFill>
                <a:latin typeface="Arial"/>
                <a:ea typeface="Arial"/>
                <a:cs typeface="Arial"/>
                <a:sym typeface="Arial"/>
              </a:rPr>
              <a:t>Insert clear screenshots of your working prototype and add short captions</a:t>
            </a:r>
            <a:r>
              <a:rPr lang="en-US" sz="1300">
                <a:solidFill>
                  <a:srgbClr val="646E7D"/>
                </a:solidFill>
              </a:rPr>
              <a:t> (if-any).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C3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/>
        </p:nvSpPr>
        <p:spPr>
          <a:xfrm>
            <a:off x="777240" y="7772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EC6EB"/>
                </a:solidFill>
                <a:latin typeface="Arial"/>
                <a:ea typeface="Arial"/>
                <a:cs typeface="Arial"/>
                <a:sym typeface="Arial"/>
              </a:rPr>
              <a:t>GDGoC HITAM  •  AGENTIC AI HACKATHON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777240" y="1828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22960" y="2926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EC6EB"/>
                </a:solidFill>
                <a:latin typeface="Arial"/>
                <a:ea typeface="Arial"/>
                <a:cs typeface="Arial"/>
                <a:sym typeface="Arial"/>
              </a:rPr>
              <a:t>[Project Title]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22960" y="3794760"/>
            <a:ext cx="88698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Team Name</a:t>
            </a:r>
            <a:r>
              <a:rPr lang="en-US">
                <a:solidFill>
                  <a:srgbClr val="FFFFFF"/>
                </a:solidFill>
              </a:rPr>
              <a:t>: 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22960" y="4892040"/>
            <a:ext cx="9601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54850" spcFirstLastPara="1" rIns="54850" wrap="square" tIns="36575">
            <a:sp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BEC8D7"/>
              </a:buClr>
              <a:buSzPts val="1300"/>
              <a:buChar char="●"/>
            </a:pPr>
            <a:r>
              <a:rPr b="0" i="0" lang="en-US" sz="1300" u="none" cap="none" strike="noStrike">
                <a:solidFill>
                  <a:srgbClr val="BEC8D7"/>
                </a:solidFill>
                <a:latin typeface="Arial"/>
                <a:ea typeface="Arial"/>
                <a:cs typeface="Arial"/>
                <a:sym typeface="Arial"/>
              </a:rPr>
              <a:t>GitHub: [URL</a:t>
            </a:r>
            <a:r>
              <a:rPr lang="en-US" sz="1300">
                <a:solidFill>
                  <a:srgbClr val="BEC8D7"/>
                </a:solidFill>
              </a:rPr>
              <a:t>]</a:t>
            </a:r>
            <a:endParaRPr sz="1300">
              <a:solidFill>
                <a:srgbClr val="BEC8D7"/>
              </a:solidFill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BEC8D7"/>
              </a:buClr>
              <a:buSzPts val="1300"/>
              <a:buChar char="●"/>
            </a:pPr>
            <a:r>
              <a:rPr b="0" i="0" lang="en-US" sz="1300" u="none" cap="none" strike="noStrike">
                <a:solidFill>
                  <a:srgbClr val="BEC8D7"/>
                </a:solidFill>
                <a:latin typeface="Arial"/>
                <a:ea typeface="Arial"/>
                <a:cs typeface="Arial"/>
                <a:sym typeface="Arial"/>
              </a:rPr>
              <a:t>Live Demo: [URL]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9144000" y="1097280"/>
            <a:ext cx="1463040" cy="1463040"/>
          </a:xfrm>
          <a:prstGeom prst="ellipse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10241280" y="2834640"/>
            <a:ext cx="914400" cy="914400"/>
          </a:xfrm>
          <a:prstGeom prst="ellipse">
            <a:avLst/>
          </a:prstGeom>
          <a:solidFill>
            <a:srgbClr val="34A8B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8778240" y="4023360"/>
            <a:ext cx="685800" cy="685800"/>
          </a:xfrm>
          <a:prstGeom prst="ellipse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