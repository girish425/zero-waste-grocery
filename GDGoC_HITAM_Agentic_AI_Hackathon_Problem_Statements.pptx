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79e13c77-d8d5-babb-709f-87a61651eaa5}">
          <p14:sldIdLst>
            <p14:sldId id="256"/>
          </p14:sldIdLst>
        </p14:section>
        <p14:section name="Problem Statement 1" id="{c092a671-3daa-14db-dd74-44ad867c3199}">
          <p14:sldIdLst>
            <p14:sldId id="257"/>
          </p14:sldIdLst>
        </p14:section>
        <p14:section name="Problem Statement 2" id="{61a61a66-2345-81ad-ceb5-7000317d28d7}">
          <p14:sldIdLst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LAYOU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ave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737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GDGoC HITAM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57200" y="6858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Google Developer Groups on Campus  |  HITAM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0" y="2743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AGENTIC AI HACKATHON</a:t>
            </a: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AYOU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ave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8686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554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GDGoC HITAM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4572000" y="1554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AGENTIC AI HACKATHON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36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36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PROBLEM STATEMENTS</a:t>
            </a:r>
            <a:endParaRPr lang="en-US" sz="1200" dirty="0"/>
          </a:p>
        </p:txBody>
      </p:sp>
      <p:sp>
        <p:nvSpPr>
          <p:cNvPr id="3" name="Card 1"/>
          <p:cNvSpPr/>
          <p:nvPr/>
        </p:nvSpPr>
        <p:spPr>
          <a:xfrm>
            <a:off x="457200" y="2194560"/>
            <a:ext cx="3977640" cy="260604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12700">
            <a:solidFill>
              <a:srgbClr val="DADCE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Number badge 1"/>
          <p:cNvSpPr/>
          <p:nvPr/>
        </p:nvSpPr>
        <p:spPr>
          <a:xfrm>
            <a:off x="731520" y="242316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2560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MANUFACTURING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1546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AI Agents for Resilient Supply Chain</a:t>
            </a:r>
            <a:endParaRPr lang="en-US" sz="2400" dirty="0"/>
          </a:p>
        </p:txBody>
      </p:sp>
      <p:sp>
        <p:nvSpPr>
          <p:cNvPr id="8" name="Card 2"/>
          <p:cNvSpPr/>
          <p:nvPr/>
        </p:nvSpPr>
        <p:spPr>
          <a:xfrm>
            <a:off x="4709160" y="2194560"/>
            <a:ext cx="3977640" cy="260604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12700">
            <a:solidFill>
              <a:srgbClr val="DADCE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Number badge 2"/>
          <p:cNvSpPr/>
          <p:nvPr/>
        </p:nvSpPr>
        <p:spPr>
          <a:xfrm>
            <a:off x="4983480" y="2423160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83480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715000" y="2560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4"/>
                </a:solidFill>
              </a:rPr>
              <a:t>SUSTAINABILITY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983480" y="31546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Zero-Waste Grocery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4983480" y="3639312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An Agentic AI Approach to Perishable Demand &amp; Shelf-Life Management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egory pill"/>
          <p:cNvSpPr/>
          <p:nvPr/>
        </p:nvSpPr>
        <p:spPr>
          <a:xfrm>
            <a:off x="457200" y="960120"/>
            <a:ext cx="1737360" cy="246888"/>
          </a:xfrm>
          <a:prstGeom prst="roundRect">
            <a:avLst>
              <a:gd name="adj" fmla="val 4814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60120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</a:rPr>
              <a:t>MANUFACTURING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6187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AI Agents for Resilient Supply Chain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194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Challenge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46888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Multi-agent POC for a three-echelon network facing a 7-day critical supplier shutdown. A coordinator reconciles agent proposals using constraints and an optimization baseline.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611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Background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8862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Siloed planning and late disruption detection cause stockouts, excess inventory and missed commitments.</a:t>
            </a:r>
            <a:endParaRPr lang="en-US" sz="1400" dirty="0"/>
          </a:p>
        </p:txBody>
      </p:sp>
      <p:sp>
        <p:nvSpPr>
          <p:cNvPr id="9" name="Deliverables card"/>
          <p:cNvSpPr/>
          <p:nvPr/>
        </p:nvSpPr>
        <p:spPr>
          <a:xfrm>
            <a:off x="4572000" y="2148840"/>
            <a:ext cx="4114800" cy="260604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00600" y="2240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Deliverables</a:t>
            </a:r>
            <a:endParaRPr lang="en-US" sz="1400" dirty="0"/>
          </a:p>
        </p:txBody>
      </p:sp>
      <p:sp>
        <p:nvSpPr>
          <p:cNvPr id="11" name="Item badge 1"/>
          <p:cNvSpPr/>
          <p:nvPr/>
        </p:nvSpPr>
        <p:spPr>
          <a:xfrm>
            <a:off x="4800600" y="2619756"/>
            <a:ext cx="246888" cy="2468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00600" y="261975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166360" y="26060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Reproducible dataset &amp; scenarios</a:t>
            </a:r>
            <a:endParaRPr lang="en-US" sz="1400" dirty="0"/>
          </a:p>
        </p:txBody>
      </p:sp>
      <p:sp>
        <p:nvSpPr>
          <p:cNvPr id="14" name="Item badge 2"/>
          <p:cNvSpPr/>
          <p:nvPr/>
        </p:nvSpPr>
        <p:spPr>
          <a:xfrm>
            <a:off x="4800600" y="2916936"/>
            <a:ext cx="246888" cy="2468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00600" y="291693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166360" y="29032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Specialized agents &amp; shared schema</a:t>
            </a:r>
            <a:endParaRPr lang="en-US" sz="1400" dirty="0"/>
          </a:p>
        </p:txBody>
      </p:sp>
      <p:sp>
        <p:nvSpPr>
          <p:cNvPr id="17" name="Item badge 3"/>
          <p:cNvSpPr/>
          <p:nvPr/>
        </p:nvSpPr>
        <p:spPr>
          <a:xfrm>
            <a:off x="4800600" y="3214116"/>
            <a:ext cx="246888" cy="2468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00600" y="321411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166360" y="32004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Coordinator with planner approval</a:t>
            </a:r>
            <a:endParaRPr lang="en-US" sz="1400" dirty="0"/>
          </a:p>
        </p:txBody>
      </p:sp>
      <p:sp>
        <p:nvSpPr>
          <p:cNvPr id="20" name="Item badge 4"/>
          <p:cNvSpPr/>
          <p:nvPr/>
        </p:nvSpPr>
        <p:spPr>
          <a:xfrm>
            <a:off x="4800600" y="3511296"/>
            <a:ext cx="246888" cy="2468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00600" y="351129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5166360" y="34975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Reorder &amp; optimization baselines</a:t>
            </a:r>
            <a:endParaRPr lang="en-US" sz="1400" dirty="0"/>
          </a:p>
        </p:txBody>
      </p:sp>
      <p:sp>
        <p:nvSpPr>
          <p:cNvPr id="23" name="Item badge 5"/>
          <p:cNvSpPr/>
          <p:nvPr/>
        </p:nvSpPr>
        <p:spPr>
          <a:xfrm>
            <a:off x="4800600" y="3808476"/>
            <a:ext cx="246888" cy="2468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800600" y="380847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5166360" y="37947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What-if interface with trade-offs</a:t>
            </a:r>
            <a:endParaRPr lang="en-US" sz="1400" dirty="0"/>
          </a:p>
        </p:txBody>
      </p:sp>
      <p:sp>
        <p:nvSpPr>
          <p:cNvPr id="26" name="Item badge 6"/>
          <p:cNvSpPr/>
          <p:nvPr/>
        </p:nvSpPr>
        <p:spPr>
          <a:xfrm>
            <a:off x="4800600" y="4105656"/>
            <a:ext cx="246888" cy="2468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800600" y="410565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5166360" y="40919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Evaluation: fill rate, cost, runtime</a:t>
            </a:r>
            <a:endParaRPr lang="en-US" sz="1400" dirty="0"/>
          </a:p>
        </p:txBody>
      </p:sp>
      <p:sp>
        <p:nvSpPr>
          <p:cNvPr id="29" name="Item badge 7"/>
          <p:cNvSpPr/>
          <p:nvPr/>
        </p:nvSpPr>
        <p:spPr>
          <a:xfrm>
            <a:off x="4800600" y="4402836"/>
            <a:ext cx="246888" cy="2468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800600" y="440283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5166360" y="43891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Failure &amp; governance analysis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36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egory pill"/>
          <p:cNvSpPr/>
          <p:nvPr/>
        </p:nvSpPr>
        <p:spPr>
          <a:xfrm>
            <a:off x="457200" y="960120"/>
            <a:ext cx="1737360" cy="246888"/>
          </a:xfrm>
          <a:prstGeom prst="roundRect">
            <a:avLst>
              <a:gd name="adj" fmla="val 48148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60120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</a:rPr>
              <a:t>SUSTAINABILITY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6187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Zero-Waste Grocery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64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An Agentic AI Approach to Perishable Demand &amp; Shelf-Life Management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194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Challenge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46888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Agents forecast demand, estimate spoilage risk and compare replenishment, markdown and transfer options. One action per SKU and store is proposed for planner approval.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611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Background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8862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Perishables have variable shelf lives; excess stock drives waste, shortages cause missed sales.</a:t>
            </a:r>
            <a:endParaRPr lang="en-US" sz="1400" dirty="0"/>
          </a:p>
        </p:txBody>
      </p:sp>
      <p:sp>
        <p:nvSpPr>
          <p:cNvPr id="10" name="Deliverables card"/>
          <p:cNvSpPr/>
          <p:nvPr/>
        </p:nvSpPr>
        <p:spPr>
          <a:xfrm>
            <a:off x="4572000" y="2148840"/>
            <a:ext cx="4114800" cy="260604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00600" y="2240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Deliverables</a:t>
            </a:r>
            <a:endParaRPr lang="en-US" sz="1400" dirty="0"/>
          </a:p>
        </p:txBody>
      </p:sp>
      <p:sp>
        <p:nvSpPr>
          <p:cNvPr id="12" name="Item badge 1"/>
          <p:cNvSpPr/>
          <p:nvPr/>
        </p:nvSpPr>
        <p:spPr>
          <a:xfrm>
            <a:off x="4800600" y="2619756"/>
            <a:ext cx="246888" cy="24688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00600" y="261975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166360" y="26060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Dataset &amp; ingestion workflow</a:t>
            </a:r>
            <a:endParaRPr lang="en-US" sz="1400" dirty="0"/>
          </a:p>
        </p:txBody>
      </p:sp>
      <p:sp>
        <p:nvSpPr>
          <p:cNvPr id="15" name="Item badge 2"/>
          <p:cNvSpPr/>
          <p:nvPr/>
        </p:nvSpPr>
        <p:spPr>
          <a:xfrm>
            <a:off x="4800600" y="2958084"/>
            <a:ext cx="246888" cy="24688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00600" y="295808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166360" y="29443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Demand &amp; spoilage-risk models</a:t>
            </a:r>
            <a:endParaRPr lang="en-US" sz="1400" dirty="0"/>
          </a:p>
        </p:txBody>
      </p:sp>
      <p:sp>
        <p:nvSpPr>
          <p:cNvPr id="18" name="Item badge 3"/>
          <p:cNvSpPr/>
          <p:nvPr/>
        </p:nvSpPr>
        <p:spPr>
          <a:xfrm>
            <a:off x="4800600" y="3296412"/>
            <a:ext cx="246888" cy="24688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00600" y="329641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166360" y="32826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Multi-agent engine with rules</a:t>
            </a:r>
            <a:endParaRPr lang="en-US" sz="1400" dirty="0"/>
          </a:p>
        </p:txBody>
      </p:sp>
      <p:sp>
        <p:nvSpPr>
          <p:cNvPr id="21" name="Item badge 4"/>
          <p:cNvSpPr/>
          <p:nvPr/>
        </p:nvSpPr>
        <p:spPr>
          <a:xfrm>
            <a:off x="4800600" y="3634740"/>
            <a:ext cx="246888" cy="24688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800600" y="363474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166360" y="362102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Planner review dashboard</a:t>
            </a:r>
            <a:endParaRPr lang="en-US" sz="1400" dirty="0"/>
          </a:p>
        </p:txBody>
      </p:sp>
      <p:sp>
        <p:nvSpPr>
          <p:cNvPr id="24" name="Item badge 5"/>
          <p:cNvSpPr/>
          <p:nvPr/>
        </p:nvSpPr>
        <p:spPr>
          <a:xfrm>
            <a:off x="4800600" y="3973068"/>
            <a:ext cx="246888" cy="24688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00600" y="397306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5166360" y="3959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Simulated ERP, WMS, POS + logs</a:t>
            </a:r>
            <a:endParaRPr lang="en-US" sz="1400" dirty="0"/>
          </a:p>
        </p:txBody>
      </p:sp>
      <p:sp>
        <p:nvSpPr>
          <p:cNvPr id="27" name="Item badge 6"/>
          <p:cNvSpPr/>
          <p:nvPr/>
        </p:nvSpPr>
        <p:spPr>
          <a:xfrm>
            <a:off x="4800600" y="4311396"/>
            <a:ext cx="246888" cy="24688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800600" y="431139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5166360" y="42976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Evaluation vs simple baselines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36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DGoC HITAM">
  <a:themeElements>
    <a:clrScheme name="GDGoC HITAM">
      <a:dk1>
        <a:srgbClr val="202124"/>
      </a:dk1>
      <a:lt1>
        <a:srgbClr val="FFFFFF"/>
      </a:lt1>
      <a:dk2>
        <a:srgbClr val="5F6368"/>
      </a:dk2>
      <a:lt2>
        <a:srgbClr val="F1F3F4"/>
      </a:lt2>
      <a:accent1>
        <a:srgbClr val="4285F4"/>
      </a:accent1>
      <a:accent2>
        <a:srgbClr val="EA4335"/>
      </a:accent2>
      <a:accent3>
        <a:srgbClr val="FBBC04"/>
      </a:accent3>
      <a:accent4>
        <a:srgbClr val="34A853"/>
      </a:accent4>
      <a:accent5>
        <a:srgbClr val="4285F4"/>
      </a:accent5>
      <a:accent6>
        <a:srgbClr val="34A853"/>
      </a:accent6>
      <a:hlink>
        <a:srgbClr val="4285F4"/>
      </a:hlink>
      <a:folHlink>
        <a:srgbClr val="5F6368"/>
      </a:folHlink>
    </a:clrScheme>
    <a:fontScheme name="GDGoC HITAM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Hackathon - Problem Statements</dc:title>
  <dc:subject>PptxGenJS Presentation</dc:subject>
  <dc:creator>GDGoC HITAM</dc:creator>
  <cp:lastModifiedBy>GDGoC HITAM</cp:lastModifiedBy>
  <cp:revision>1</cp:revision>
  <dcterms:created xsi:type="dcterms:W3CDTF">2026-10-09T07:37:54Z</dcterms:created>
  <dcterms:modified xsi:type="dcterms:W3CDTF">2026-10-09T07:37:54Z</dcterms:modified>
</cp:coreProperties>
</file>